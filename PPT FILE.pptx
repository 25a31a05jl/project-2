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Override1.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6FD58F-EB0A-4749-9458-84DCA8A79FAA}" v="1" dt="2026-05-06T04:39:37.3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31F63C-FD9C-4D1D-9A06-6FB18C968B88}"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3467726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31F63C-FD9C-4D1D-9A06-6FB18C968B88}"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2478547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1F63C-FD9C-4D1D-9A06-6FB18C968B88}"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941530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31F63C-FD9C-4D1D-9A06-6FB18C968B88}" type="datetimeFigureOut">
              <a:rPr lang="en-IN" smtClean="0"/>
              <a:t>06-05-2026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3250559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31F63C-FD9C-4D1D-9A06-6FB18C968B88}" type="datetimeFigureOut">
              <a:rPr lang="en-IN" smtClean="0"/>
              <a:t>06-05-2026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2454921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31F63C-FD9C-4D1D-9A06-6FB18C968B88}" type="datetimeFigureOut">
              <a:rPr lang="en-IN" smtClean="0"/>
              <a:t>06-05-2026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2307377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31F63C-FD9C-4D1D-9A06-6FB18C968B88}" type="datetimeFigureOut">
              <a:rPr lang="en-IN" smtClean="0"/>
              <a:t>06-05-2026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3423575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31F63C-FD9C-4D1D-9A06-6FB18C968B88}" type="datetimeFigureOut">
              <a:rPr lang="en-IN" smtClean="0"/>
              <a:t>06-05-2026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3515763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31F63C-FD9C-4D1D-9A06-6FB18C968B88}" type="datetimeFigureOut">
              <a:rPr lang="en-IN" smtClean="0"/>
              <a:t>06-05-2026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3723623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1F63C-FD9C-4D1D-9A06-6FB18C968B88}"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1880346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1F63C-FD9C-4D1D-9A06-6FB18C968B88}"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E132C2-ABC7-4210-BE98-EC200E20CA0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7160739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1F63C-FD9C-4D1D-9A06-6FB18C968B88}"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1734308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1F63C-FD9C-4D1D-9A06-6FB18C968B88}"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E132C2-ABC7-4210-BE98-EC200E20CA0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91816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1F63C-FD9C-4D1D-9A06-6FB18C968B88}"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21506530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31F63C-FD9C-4D1D-9A06-6FB18C968B88}"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35979494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31F63C-FD9C-4D1D-9A06-6FB18C968B88}"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E132C2-ABC7-4210-BE98-EC200E20CA0D}" type="slidenum">
              <a:rPr lang="en-IN" smtClean="0"/>
              <a:t>‹#›</a:t>
            </a:fld>
            <a:endParaRPr lang="en-IN"/>
          </a:p>
        </p:txBody>
      </p:sp>
    </p:spTree>
    <p:extLst>
      <p:ext uri="{BB962C8B-B14F-4D97-AF65-F5344CB8AC3E}">
        <p14:creationId xmlns:p14="http://schemas.microsoft.com/office/powerpoint/2010/main" val="3109310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931F63C-FD9C-4D1D-9A06-6FB18C968B88}" type="datetimeFigureOut">
              <a:rPr lang="en-IN" smtClean="0"/>
              <a:t>06-05-2026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EE132C2-ABC7-4210-BE98-EC200E20CA0D}" type="slidenum">
              <a:rPr lang="en-IN" smtClean="0"/>
              <a:t>‹#›</a:t>
            </a:fld>
            <a:endParaRPr lang="en-IN"/>
          </a:p>
        </p:txBody>
      </p:sp>
    </p:spTree>
    <p:extLst>
      <p:ext uri="{BB962C8B-B14F-4D97-AF65-F5344CB8AC3E}">
        <p14:creationId xmlns:p14="http://schemas.microsoft.com/office/powerpoint/2010/main" val="1189673675"/>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file:///C:\Users\KN%20Prasad\OneDrive\Documents\pragati%20lab%20info%20system\lab.jpeg" TargetMode="External"/><Relationship Id="rId7" Type="http://schemas.openxmlformats.org/officeDocument/2006/relationships/image" Target="file:///C:\Users\KN%20Prasad\OneDrive\Documents\pragati%20lab%20info%20system\in.jpeg" TargetMode="Externa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file:///C:\Users\KN%20Prasad\OneDrive\Documents\pragati%20lab%20info%20system\eg.jpeg" TargetMode="Externa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131CA-1AB6-5A99-2C94-29A0B1FB6A1C}"/>
              </a:ext>
            </a:extLst>
          </p:cNvPr>
          <p:cNvSpPr>
            <a:spLocks noGrp="1"/>
          </p:cNvSpPr>
          <p:nvPr>
            <p:ph type="ctrTitle"/>
          </p:nvPr>
        </p:nvSpPr>
        <p:spPr>
          <a:xfrm>
            <a:off x="763928" y="1006998"/>
            <a:ext cx="8518967" cy="1851950"/>
          </a:xfrm>
        </p:spPr>
        <p:txBody>
          <a:bodyPr>
            <a:normAutofit/>
          </a:bodyPr>
          <a:lstStyle/>
          <a:p>
            <a:pPr algn="ctr"/>
            <a:r>
              <a:rPr lang="en-US" dirty="0"/>
              <a:t>		</a:t>
            </a:r>
            <a:r>
              <a:rPr lang="en-US" sz="4000" dirty="0">
                <a:solidFill>
                  <a:schemeClr val="accent1">
                    <a:lumMod val="75000"/>
                  </a:schemeClr>
                </a:solidFill>
                <a:latin typeface="Arial Black" panose="020B0A04020102020204" pitchFamily="34" charset="0"/>
              </a:rPr>
              <a:t>PRAGATI LAB				INFORMATION SYSTEM</a:t>
            </a:r>
            <a:endParaRPr lang="en-IN" sz="4000" dirty="0">
              <a:solidFill>
                <a:schemeClr val="accent1">
                  <a:lumMod val="75000"/>
                </a:schemeClr>
              </a:solidFill>
              <a:latin typeface="Arial Black" panose="020B0A04020102020204" pitchFamily="34" charset="0"/>
            </a:endParaRPr>
          </a:p>
        </p:txBody>
      </p:sp>
      <p:sp>
        <p:nvSpPr>
          <p:cNvPr id="3" name="Subtitle 2">
            <a:extLst>
              <a:ext uri="{FF2B5EF4-FFF2-40B4-BE49-F238E27FC236}">
                <a16:creationId xmlns:a16="http://schemas.microsoft.com/office/drawing/2014/main" id="{1BA0C442-CF16-AE12-30D5-D6326B5021A9}"/>
              </a:ext>
            </a:extLst>
          </p:cNvPr>
          <p:cNvSpPr>
            <a:spLocks noGrp="1"/>
          </p:cNvSpPr>
          <p:nvPr>
            <p:ph type="subTitle" idx="1"/>
          </p:nvPr>
        </p:nvSpPr>
        <p:spPr>
          <a:xfrm>
            <a:off x="1507067" y="3240911"/>
            <a:ext cx="8285115" cy="2303362"/>
          </a:xfrm>
        </p:spPr>
        <p:txBody>
          <a:bodyPr>
            <a:normAutofit/>
          </a:bodyPr>
          <a:lstStyle/>
          <a:p>
            <a:r>
              <a:rPr lang="en-US" dirty="0">
                <a:solidFill>
                  <a:schemeClr val="tx1">
                    <a:lumMod val="85000"/>
                    <a:lumOff val="15000"/>
                  </a:schemeClr>
                </a:solidFill>
              </a:rPr>
              <a:t>~BY				</a:t>
            </a:r>
          </a:p>
          <a:p>
            <a:r>
              <a:rPr lang="en-US" dirty="0">
                <a:solidFill>
                  <a:schemeClr val="tx1">
                    <a:lumMod val="85000"/>
                    <a:lumOff val="15000"/>
                  </a:schemeClr>
                </a:solidFill>
              </a:rPr>
              <a:t>B.SATYA(TEAM LEAD)</a:t>
            </a:r>
          </a:p>
          <a:p>
            <a:r>
              <a:rPr lang="en-US" dirty="0">
                <a:solidFill>
                  <a:schemeClr val="tx1">
                    <a:lumMod val="85000"/>
                    <a:lumOff val="15000"/>
                  </a:schemeClr>
                </a:solidFill>
              </a:rPr>
              <a:t>M.HEMANTH		</a:t>
            </a:r>
          </a:p>
          <a:p>
            <a:r>
              <a:rPr lang="en-US" dirty="0">
                <a:solidFill>
                  <a:schemeClr val="tx1">
                    <a:lumMod val="85000"/>
                    <a:lumOff val="15000"/>
                  </a:schemeClr>
                </a:solidFill>
              </a:rPr>
              <a:t>K.SURESHMA		</a:t>
            </a:r>
          </a:p>
          <a:p>
            <a:r>
              <a:rPr lang="en-US" dirty="0">
                <a:solidFill>
                  <a:schemeClr val="tx1">
                    <a:lumMod val="85000"/>
                    <a:lumOff val="15000"/>
                  </a:schemeClr>
                </a:solidFill>
              </a:rPr>
              <a:t>K.HARSHITHA	</a:t>
            </a:r>
          </a:p>
          <a:p>
            <a:endParaRPr lang="en-IN" dirty="0"/>
          </a:p>
        </p:txBody>
      </p:sp>
    </p:spTree>
    <p:extLst>
      <p:ext uri="{BB962C8B-B14F-4D97-AF65-F5344CB8AC3E}">
        <p14:creationId xmlns:p14="http://schemas.microsoft.com/office/powerpoint/2010/main" val="1216362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BCE74-2B02-A412-D311-E4C6AF0CA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9EA929-70CF-B37C-0BA1-DD0807B6215F}"/>
              </a:ext>
            </a:extLst>
          </p:cNvPr>
          <p:cNvSpPr>
            <a:spLocks noGrp="1"/>
          </p:cNvSpPr>
          <p:nvPr>
            <p:ph type="ctrTitle"/>
          </p:nvPr>
        </p:nvSpPr>
        <p:spPr>
          <a:xfrm>
            <a:off x="1018572" y="509287"/>
            <a:ext cx="3159889" cy="1063826"/>
          </a:xfrm>
        </p:spPr>
        <p:txBody>
          <a:bodyPr/>
          <a:lstStyle/>
          <a:p>
            <a:r>
              <a:rPr lang="en-US" sz="3200" dirty="0">
                <a:solidFill>
                  <a:schemeClr val="accent6">
                    <a:lumMod val="75000"/>
                  </a:schemeClr>
                </a:solidFill>
              </a:rPr>
              <a:t>ABSTRACT	</a:t>
            </a:r>
            <a:r>
              <a:rPr lang="en-US" sz="2000" dirty="0">
                <a:solidFill>
                  <a:schemeClr val="tx1">
                    <a:lumMod val="95000"/>
                    <a:lumOff val="5000"/>
                  </a:schemeClr>
                </a:solidFill>
              </a:rPr>
              <a:t>		</a:t>
            </a:r>
            <a:endParaRPr lang="en-IN" sz="2000" dirty="0">
              <a:solidFill>
                <a:schemeClr val="tx1">
                  <a:lumMod val="95000"/>
                  <a:lumOff val="5000"/>
                </a:schemeClr>
              </a:solidFill>
            </a:endParaRPr>
          </a:p>
        </p:txBody>
      </p:sp>
      <p:sp>
        <p:nvSpPr>
          <p:cNvPr id="3" name="Subtitle 2">
            <a:extLst>
              <a:ext uri="{FF2B5EF4-FFF2-40B4-BE49-F238E27FC236}">
                <a16:creationId xmlns:a16="http://schemas.microsoft.com/office/drawing/2014/main" id="{F3DD68F1-D964-AC8C-59EA-C294A5B6578F}"/>
              </a:ext>
            </a:extLst>
          </p:cNvPr>
          <p:cNvSpPr>
            <a:spLocks noGrp="1"/>
          </p:cNvSpPr>
          <p:nvPr>
            <p:ph type="subTitle" idx="1"/>
          </p:nvPr>
        </p:nvSpPr>
        <p:spPr>
          <a:xfrm>
            <a:off x="8113853" y="5193450"/>
            <a:ext cx="1160150" cy="154053"/>
          </a:xfrm>
        </p:spPr>
        <p:txBody>
          <a:bodyPr>
            <a:normAutofit fontScale="25000" lnSpcReduction="20000"/>
          </a:bodyPr>
          <a:lstStyle/>
          <a:p>
            <a:endParaRPr lang="en-IN" dirty="0"/>
          </a:p>
        </p:txBody>
      </p:sp>
      <p:sp>
        <p:nvSpPr>
          <p:cNvPr id="5" name="TextBox 4">
            <a:extLst>
              <a:ext uri="{FF2B5EF4-FFF2-40B4-BE49-F238E27FC236}">
                <a16:creationId xmlns:a16="http://schemas.microsoft.com/office/drawing/2014/main" id="{22DBECAD-D5FA-F398-4708-6AD0FA62666E}"/>
              </a:ext>
            </a:extLst>
          </p:cNvPr>
          <p:cNvSpPr txBox="1"/>
          <p:nvPr/>
        </p:nvSpPr>
        <p:spPr>
          <a:xfrm>
            <a:off x="1180618" y="1573114"/>
            <a:ext cx="7977849" cy="2246769"/>
          </a:xfrm>
          <a:prstGeom prst="rect">
            <a:avLst/>
          </a:prstGeom>
          <a:noFill/>
        </p:spPr>
        <p:txBody>
          <a:bodyPr wrap="square">
            <a:spAutoFit/>
          </a:bodyPr>
          <a:lstStyle/>
          <a:p>
            <a:r>
              <a:rPr lang="en-IN" sz="2000" dirty="0"/>
              <a:t>The Pragati Lab Information System is a simple C++-based console application designed to provide quick access to laboratory details in an academic environment. The system allows users to input a floor and room number to retrieve information such as the number of systems, fans, lights, chairs, projectors, and air conditioners available in a lab. This reduces dependency on manual inquiries and improves efficiency in accessing lab-related data.</a:t>
            </a:r>
          </a:p>
        </p:txBody>
      </p:sp>
    </p:spTree>
    <p:extLst>
      <p:ext uri="{BB962C8B-B14F-4D97-AF65-F5344CB8AC3E}">
        <p14:creationId xmlns:p14="http://schemas.microsoft.com/office/powerpoint/2010/main" val="2969652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CD85F-D3B5-F0BC-690F-98E262FD7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B1219-83AC-271B-FED3-DFD386DD763E}"/>
              </a:ext>
            </a:extLst>
          </p:cNvPr>
          <p:cNvSpPr>
            <a:spLocks noGrp="1"/>
          </p:cNvSpPr>
          <p:nvPr>
            <p:ph type="ctrTitle"/>
          </p:nvPr>
        </p:nvSpPr>
        <p:spPr/>
        <p:txBody>
          <a:bodyPr/>
          <a:lstStyle/>
          <a:p>
            <a:endParaRPr lang="en-IN" sz="2000" dirty="0"/>
          </a:p>
        </p:txBody>
      </p:sp>
      <p:sp>
        <p:nvSpPr>
          <p:cNvPr id="3" name="Subtitle 2">
            <a:extLst>
              <a:ext uri="{FF2B5EF4-FFF2-40B4-BE49-F238E27FC236}">
                <a16:creationId xmlns:a16="http://schemas.microsoft.com/office/drawing/2014/main" id="{188CE4B2-939D-41EE-1C29-FC0B8FC60628}"/>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D198930A-C9FE-E638-D5CE-219763AD96AE}"/>
              </a:ext>
            </a:extLst>
          </p:cNvPr>
          <p:cNvSpPr txBox="1"/>
          <p:nvPr/>
        </p:nvSpPr>
        <p:spPr>
          <a:xfrm>
            <a:off x="1453696" y="856527"/>
            <a:ext cx="7873677" cy="3939540"/>
          </a:xfrm>
          <a:prstGeom prst="rect">
            <a:avLst/>
          </a:prstGeom>
          <a:noFill/>
        </p:spPr>
        <p:txBody>
          <a:bodyPr wrap="square">
            <a:spAutoFit/>
          </a:bodyPr>
          <a:lstStyle/>
          <a:p>
            <a:r>
              <a:rPr lang="en-IN" sz="3200" dirty="0">
                <a:solidFill>
                  <a:schemeClr val="accent6">
                    <a:lumMod val="75000"/>
                  </a:schemeClr>
                </a:solidFill>
              </a:rPr>
              <a:t>Introduction</a:t>
            </a:r>
          </a:p>
          <a:p>
            <a:endParaRPr lang="en-IN" dirty="0"/>
          </a:p>
          <a:p>
            <a:r>
              <a:rPr lang="en-IN" sz="2000" dirty="0"/>
              <a:t>In many institutions, students and staff often need information about laboratories such as infrastructure and availability. Traditionally, this requires asking lab assistants or checking manually, which is time-consuming.</a:t>
            </a:r>
          </a:p>
          <a:p>
            <a:r>
              <a:rPr lang="en-IN" sz="2000" dirty="0"/>
              <a:t>This project aims to solve this problem by:</a:t>
            </a:r>
          </a:p>
          <a:p>
            <a:r>
              <a:rPr lang="en-IN" sz="2000" dirty="0"/>
              <a:t>Providing instant lab details</a:t>
            </a:r>
          </a:p>
          <a:p>
            <a:r>
              <a:rPr lang="en-IN" sz="2000" dirty="0"/>
              <a:t>Reducing manual effort</a:t>
            </a:r>
          </a:p>
          <a:p>
            <a:r>
              <a:rPr lang="en-IN" sz="2000" dirty="0"/>
              <a:t>Improving accessibility of lab data</a:t>
            </a:r>
          </a:p>
          <a:p>
            <a:r>
              <a:rPr lang="en-IN" sz="2000" dirty="0"/>
              <a:t>The system is implemented using C++, making it lightweight and easy to run on any system.</a:t>
            </a:r>
          </a:p>
        </p:txBody>
      </p:sp>
    </p:spTree>
    <p:extLst>
      <p:ext uri="{BB962C8B-B14F-4D97-AF65-F5344CB8AC3E}">
        <p14:creationId xmlns:p14="http://schemas.microsoft.com/office/powerpoint/2010/main" val="1980306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9A0966C9-B9D9-B3A6-939F-05A83E2E2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7D7B6-17EF-A67E-42D2-CCB34C054C39}"/>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5A11FCC4-BA99-D809-15BE-A4A68C9BF76B}"/>
              </a:ext>
            </a:extLst>
          </p:cNvPr>
          <p:cNvSpPr>
            <a:spLocks noGrp="1"/>
          </p:cNvSpPr>
          <p:nvPr>
            <p:ph type="subTitle" idx="1"/>
          </p:nvPr>
        </p:nvSpPr>
        <p:spPr/>
        <p:txBody>
          <a:bodyPr/>
          <a:lstStyle/>
          <a:p>
            <a:endParaRPr lang="en-IN" dirty="0"/>
          </a:p>
        </p:txBody>
      </p:sp>
      <p:sp>
        <p:nvSpPr>
          <p:cNvPr id="7" name="TextBox 6">
            <a:extLst>
              <a:ext uri="{FF2B5EF4-FFF2-40B4-BE49-F238E27FC236}">
                <a16:creationId xmlns:a16="http://schemas.microsoft.com/office/drawing/2014/main" id="{5D32BBDB-46F5-3122-B9FE-5C7D5FED7C74}"/>
              </a:ext>
            </a:extLst>
          </p:cNvPr>
          <p:cNvSpPr txBox="1"/>
          <p:nvPr/>
        </p:nvSpPr>
        <p:spPr>
          <a:xfrm>
            <a:off x="1345022" y="965527"/>
            <a:ext cx="7651400" cy="5170646"/>
          </a:xfrm>
          <a:prstGeom prst="rect">
            <a:avLst/>
          </a:prstGeom>
          <a:noFill/>
        </p:spPr>
        <p:txBody>
          <a:bodyPr wrap="square">
            <a:spAutoFit/>
          </a:bodyPr>
          <a:lstStyle/>
          <a:p>
            <a:r>
              <a:rPr lang="en-IN" sz="3200" dirty="0">
                <a:solidFill>
                  <a:schemeClr val="accent6">
                    <a:lumMod val="75000"/>
                  </a:schemeClr>
                </a:solidFill>
              </a:rPr>
              <a:t>Flowchart (Text Representation)</a:t>
            </a:r>
          </a:p>
          <a:p>
            <a:endParaRPr lang="en-IN" dirty="0"/>
          </a:p>
          <a:p>
            <a:r>
              <a:rPr lang="en-IN" sz="2000" dirty="0"/>
              <a:t>START</a:t>
            </a:r>
          </a:p>
          <a:p>
            <a:r>
              <a:rPr lang="en-IN" sz="2000" dirty="0"/>
              <a:t>   ↓</a:t>
            </a:r>
          </a:p>
          <a:p>
            <a:r>
              <a:rPr lang="en-IN" sz="2000" dirty="0"/>
              <a:t>Input Floor</a:t>
            </a:r>
          </a:p>
          <a:p>
            <a:r>
              <a:rPr lang="en-IN" sz="2000" dirty="0"/>
              <a:t>   ↓</a:t>
            </a:r>
          </a:p>
          <a:p>
            <a:r>
              <a:rPr lang="en-IN" sz="2000" dirty="0"/>
              <a:t>Input Room Number</a:t>
            </a:r>
          </a:p>
          <a:p>
            <a:r>
              <a:rPr lang="en-IN" sz="2000" dirty="0"/>
              <a:t>   ↓</a:t>
            </a:r>
          </a:p>
          <a:p>
            <a:r>
              <a:rPr lang="en-IN" sz="2000" dirty="0"/>
              <a:t>Check Floor &amp; Room Match?</a:t>
            </a:r>
          </a:p>
          <a:p>
            <a:r>
              <a:rPr lang="en-IN" sz="2000" dirty="0"/>
              <a:t>   ↓        ↓</a:t>
            </a:r>
          </a:p>
          <a:p>
            <a:r>
              <a:rPr lang="en-IN" sz="2000" dirty="0"/>
              <a:t> YES       NO</a:t>
            </a:r>
          </a:p>
          <a:p>
            <a:r>
              <a:rPr lang="en-IN" sz="2000" dirty="0"/>
              <a:t> ↓          ↓</a:t>
            </a:r>
          </a:p>
          <a:p>
            <a:r>
              <a:rPr lang="en-IN" sz="2000" dirty="0"/>
              <a:t>Display     Show Error</a:t>
            </a:r>
          </a:p>
          <a:p>
            <a:r>
              <a:rPr lang="en-IN" sz="2000" dirty="0"/>
              <a:t>Details     Message</a:t>
            </a:r>
          </a:p>
          <a:p>
            <a:r>
              <a:rPr lang="en-IN" sz="2000" dirty="0"/>
              <a:t>   ↓</a:t>
            </a:r>
          </a:p>
          <a:p>
            <a:r>
              <a:rPr lang="en-IN" sz="2000" dirty="0"/>
              <a:t>  END</a:t>
            </a:r>
          </a:p>
        </p:txBody>
      </p:sp>
    </p:spTree>
    <p:extLst>
      <p:ext uri="{BB962C8B-B14F-4D97-AF65-F5344CB8AC3E}">
        <p14:creationId xmlns:p14="http://schemas.microsoft.com/office/powerpoint/2010/main" val="346493516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5581D-4CD1-A470-8682-48D497674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DE2AC-E5AF-9676-317D-0D860BF96458}"/>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427857E3-4362-A77A-7C0F-1624B8337C2E}"/>
              </a:ext>
            </a:extLst>
          </p:cNvPr>
          <p:cNvSpPr>
            <a:spLocks noGrp="1"/>
          </p:cNvSpPr>
          <p:nvPr>
            <p:ph type="subTitle" idx="1"/>
          </p:nvPr>
        </p:nvSpPr>
        <p:spPr/>
        <p:txBody>
          <a:bodyPr/>
          <a:lstStyle/>
          <a:p>
            <a:endParaRPr lang="en-IN"/>
          </a:p>
        </p:txBody>
      </p:sp>
      <p:sp>
        <p:nvSpPr>
          <p:cNvPr id="7" name="TextBox 6">
            <a:extLst>
              <a:ext uri="{FF2B5EF4-FFF2-40B4-BE49-F238E27FC236}">
                <a16:creationId xmlns:a16="http://schemas.microsoft.com/office/drawing/2014/main" id="{B80BFD16-1F24-846D-C61D-F2323DF55F5E}"/>
              </a:ext>
            </a:extLst>
          </p:cNvPr>
          <p:cNvSpPr txBox="1"/>
          <p:nvPr/>
        </p:nvSpPr>
        <p:spPr>
          <a:xfrm>
            <a:off x="1365813" y="1027161"/>
            <a:ext cx="8049444" cy="3600986"/>
          </a:xfrm>
          <a:prstGeom prst="rect">
            <a:avLst/>
          </a:prstGeom>
          <a:noFill/>
        </p:spPr>
        <p:txBody>
          <a:bodyPr wrap="square">
            <a:spAutoFit/>
          </a:bodyPr>
          <a:lstStyle/>
          <a:p>
            <a:r>
              <a:rPr lang="en-IN" sz="2800" dirty="0">
                <a:solidFill>
                  <a:schemeClr val="accent6">
                    <a:lumMod val="75000"/>
                  </a:schemeClr>
                </a:solidFill>
              </a:rPr>
              <a:t>ALGORITHM</a:t>
            </a:r>
          </a:p>
          <a:p>
            <a:endParaRPr lang="en-US" sz="2000" dirty="0"/>
          </a:p>
          <a:p>
            <a:r>
              <a:rPr lang="en-US" sz="2000" dirty="0"/>
              <a:t>Step1: Start the program.</a:t>
            </a:r>
          </a:p>
          <a:p>
            <a:r>
              <a:rPr lang="en-US" sz="2000" dirty="0"/>
              <a:t>Step2: Declare variables for floor and room.</a:t>
            </a:r>
          </a:p>
          <a:p>
            <a:r>
              <a:rPr lang="en-US" sz="2000" dirty="0"/>
              <a:t>Step3: Take input from the user (floor and room).</a:t>
            </a:r>
          </a:p>
          <a:p>
            <a:r>
              <a:rPr lang="en-US" sz="2000" dirty="0"/>
              <a:t>Step4: Call the function </a:t>
            </a:r>
            <a:r>
              <a:rPr lang="en-US" sz="2000" dirty="0" err="1"/>
              <a:t>displayLab</a:t>
            </a:r>
            <a:r>
              <a:rPr lang="en-US" sz="2000" dirty="0"/>
              <a:t>().</a:t>
            </a:r>
          </a:p>
          <a:p>
            <a:r>
              <a:rPr lang="en-US" sz="2000" dirty="0"/>
              <a:t>Inside the function:</a:t>
            </a:r>
          </a:p>
          <a:p>
            <a:r>
              <a:rPr lang="en-US" sz="2000" dirty="0"/>
              <a:t>Step5: Check floor and room using if-else conditions.</a:t>
            </a:r>
          </a:p>
          <a:p>
            <a:r>
              <a:rPr lang="en-US" sz="2000" dirty="0"/>
              <a:t>Step6: If matched → display lab details.</a:t>
            </a:r>
          </a:p>
          <a:p>
            <a:r>
              <a:rPr lang="en-US" sz="2000" dirty="0"/>
              <a:t>Step7: Else → display “Invalid Floor or Room”.</a:t>
            </a:r>
          </a:p>
          <a:p>
            <a:r>
              <a:rPr lang="en-US" sz="2000" dirty="0"/>
              <a:t>Step8: End program.</a:t>
            </a:r>
            <a:endParaRPr lang="en-IN" sz="2000" dirty="0"/>
          </a:p>
        </p:txBody>
      </p:sp>
    </p:spTree>
    <p:extLst>
      <p:ext uri="{BB962C8B-B14F-4D97-AF65-F5344CB8AC3E}">
        <p14:creationId xmlns:p14="http://schemas.microsoft.com/office/powerpoint/2010/main" val="1202611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DAD87-04F1-6830-C4CE-6E5FB7438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C7EFC-BFE2-0240-2E6C-779064AB5B2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6592639B-4EBD-6589-0329-E7A03E5B05C3}"/>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8D71706D-8142-6751-CAE4-3F4F02EA398C}"/>
              </a:ext>
            </a:extLst>
          </p:cNvPr>
          <p:cNvSpPr txBox="1"/>
          <p:nvPr/>
        </p:nvSpPr>
        <p:spPr>
          <a:xfrm>
            <a:off x="1261430" y="937550"/>
            <a:ext cx="7943125" cy="3631763"/>
          </a:xfrm>
          <a:prstGeom prst="rect">
            <a:avLst/>
          </a:prstGeom>
          <a:noFill/>
        </p:spPr>
        <p:txBody>
          <a:bodyPr wrap="square">
            <a:spAutoFit/>
          </a:bodyPr>
          <a:lstStyle/>
          <a:p>
            <a:r>
              <a:rPr lang="en-IN" sz="3200" dirty="0">
                <a:solidFill>
                  <a:schemeClr val="accent6">
                    <a:lumMod val="75000"/>
                  </a:schemeClr>
                </a:solidFill>
              </a:rPr>
              <a:t>Methodology</a:t>
            </a:r>
          </a:p>
          <a:p>
            <a:endParaRPr lang="en-IN" dirty="0"/>
          </a:p>
          <a:p>
            <a:r>
              <a:rPr lang="en-IN" sz="2000" dirty="0"/>
              <a:t>The project follows a simple procedural approach:</a:t>
            </a:r>
          </a:p>
          <a:p>
            <a:r>
              <a:rPr lang="en-IN" sz="2000" dirty="0"/>
              <a:t>The user provides input through the console</a:t>
            </a:r>
          </a:p>
          <a:p>
            <a:r>
              <a:rPr lang="en-IN" sz="2000" dirty="0"/>
              <a:t>The system processes input using conditional statements (if-else)</a:t>
            </a:r>
          </a:p>
          <a:p>
            <a:r>
              <a:rPr lang="en-IN" sz="2000" dirty="0"/>
              <a:t>Based on matching conditions, relevant lab data is displayed</a:t>
            </a:r>
          </a:p>
          <a:p>
            <a:r>
              <a:rPr lang="en-IN" sz="2000" dirty="0"/>
              <a:t>If no match is found, an error message is shown</a:t>
            </a:r>
          </a:p>
          <a:p>
            <a:r>
              <a:rPr lang="en-IN" sz="2000" dirty="0"/>
              <a:t>This approach ensures:</a:t>
            </a:r>
          </a:p>
          <a:p>
            <a:r>
              <a:rPr lang="en-IN" sz="2000" dirty="0"/>
              <a:t>Simplicity</a:t>
            </a:r>
          </a:p>
          <a:p>
            <a:r>
              <a:rPr lang="en-IN" sz="2000" dirty="0"/>
              <a:t>Fast execution</a:t>
            </a:r>
          </a:p>
          <a:p>
            <a:r>
              <a:rPr lang="en-IN" sz="2000" dirty="0"/>
              <a:t>Easy modification and scalability</a:t>
            </a:r>
          </a:p>
        </p:txBody>
      </p:sp>
    </p:spTree>
    <p:extLst>
      <p:ext uri="{BB962C8B-B14F-4D97-AF65-F5344CB8AC3E}">
        <p14:creationId xmlns:p14="http://schemas.microsoft.com/office/powerpoint/2010/main" val="2012822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269B6-BECC-E5F0-AE8F-FAB9FDC5D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C1709-D704-811A-F678-E726B7EF8633}"/>
              </a:ext>
            </a:extLst>
          </p:cNvPr>
          <p:cNvSpPr>
            <a:spLocks noGrp="1"/>
          </p:cNvSpPr>
          <p:nvPr>
            <p:ph type="ctrTitle"/>
          </p:nvPr>
        </p:nvSpPr>
        <p:spPr>
          <a:xfrm>
            <a:off x="1507067" y="243069"/>
            <a:ext cx="1722270" cy="669861"/>
          </a:xfrm>
        </p:spPr>
        <p:txBody>
          <a:bodyPr/>
          <a:lstStyle/>
          <a:p>
            <a:r>
              <a:rPr lang="en-US" sz="2800" dirty="0">
                <a:solidFill>
                  <a:schemeClr val="accent6">
                    <a:lumMod val="75000"/>
                  </a:schemeClr>
                </a:solidFill>
              </a:rPr>
              <a:t>RESULTS</a:t>
            </a:r>
            <a:endParaRPr lang="en-IN" sz="2800" dirty="0">
              <a:solidFill>
                <a:schemeClr val="accent6">
                  <a:lumMod val="75000"/>
                </a:schemeClr>
              </a:solidFill>
            </a:endParaRPr>
          </a:p>
        </p:txBody>
      </p:sp>
      <p:sp>
        <p:nvSpPr>
          <p:cNvPr id="3" name="Subtitle 2">
            <a:extLst>
              <a:ext uri="{FF2B5EF4-FFF2-40B4-BE49-F238E27FC236}">
                <a16:creationId xmlns:a16="http://schemas.microsoft.com/office/drawing/2014/main" id="{AA7157C9-33E8-5F73-BED3-822F71396039}"/>
              </a:ext>
            </a:extLst>
          </p:cNvPr>
          <p:cNvSpPr>
            <a:spLocks noGrp="1"/>
          </p:cNvSpPr>
          <p:nvPr>
            <p:ph type="subTitle" idx="1"/>
          </p:nvPr>
        </p:nvSpPr>
        <p:spPr/>
        <p:txBody>
          <a:bodyPr/>
          <a:lstStyle/>
          <a:p>
            <a:endParaRPr lang="en-IN"/>
          </a:p>
        </p:txBody>
      </p:sp>
      <p:pic>
        <p:nvPicPr>
          <p:cNvPr id="13" name="Picture 12">
            <a:extLst>
              <a:ext uri="{FF2B5EF4-FFF2-40B4-BE49-F238E27FC236}">
                <a16:creationId xmlns:a16="http://schemas.microsoft.com/office/drawing/2014/main" id="{8221203D-25A4-7F66-C43E-E3D5BFB2F474}"/>
              </a:ext>
            </a:extLst>
          </p:cNvPr>
          <p:cNvPicPr>
            <a:picLocks noChangeAspect="1"/>
          </p:cNvPicPr>
          <p:nvPr/>
        </p:nvPicPr>
        <p:blipFill>
          <a:blip r:embed="rId2" r:link="rId3">
            <a:extLst>
              <a:ext uri="{28A0092B-C50C-407E-A947-70E740481C1C}">
                <a14:useLocalDpi xmlns:a14="http://schemas.microsoft.com/office/drawing/2010/main" val="0"/>
              </a:ext>
            </a:extLst>
          </a:blip>
          <a:stretch>
            <a:fillRect/>
          </a:stretch>
        </p:blipFill>
        <p:spPr>
          <a:xfrm>
            <a:off x="1356452" y="1266871"/>
            <a:ext cx="2782675" cy="2703170"/>
          </a:xfrm>
          <a:prstGeom prst="rect">
            <a:avLst/>
          </a:prstGeom>
        </p:spPr>
      </p:pic>
      <p:pic>
        <p:nvPicPr>
          <p:cNvPr id="15" name="Picture 14">
            <a:extLst>
              <a:ext uri="{FF2B5EF4-FFF2-40B4-BE49-F238E27FC236}">
                <a16:creationId xmlns:a16="http://schemas.microsoft.com/office/drawing/2014/main" id="{31DE1A29-B7A6-B8F5-6448-4117557214E6}"/>
              </a:ext>
            </a:extLst>
          </p:cNvPr>
          <p:cNvPicPr>
            <a:picLocks noChangeAspect="1"/>
          </p:cNvPicPr>
          <p:nvPr/>
        </p:nvPicPr>
        <p:blipFill>
          <a:blip r:embed="rId4" r:link="rId5">
            <a:extLst>
              <a:ext uri="{28A0092B-C50C-407E-A947-70E740481C1C}">
                <a14:useLocalDpi xmlns:a14="http://schemas.microsoft.com/office/drawing/2010/main" val="0"/>
              </a:ext>
            </a:extLst>
          </a:blip>
          <a:stretch>
            <a:fillRect/>
          </a:stretch>
        </p:blipFill>
        <p:spPr>
          <a:xfrm>
            <a:off x="6014977" y="1260660"/>
            <a:ext cx="2950580" cy="2749777"/>
          </a:xfrm>
          <a:prstGeom prst="rect">
            <a:avLst/>
          </a:prstGeom>
        </p:spPr>
      </p:pic>
      <p:pic>
        <p:nvPicPr>
          <p:cNvPr id="17" name="Picture 16">
            <a:extLst>
              <a:ext uri="{FF2B5EF4-FFF2-40B4-BE49-F238E27FC236}">
                <a16:creationId xmlns:a16="http://schemas.microsoft.com/office/drawing/2014/main" id="{A7B94551-541C-DE48-697D-58135D2216B2}"/>
              </a:ext>
            </a:extLst>
          </p:cNvPr>
          <p:cNvPicPr>
            <a:picLocks noChangeAspect="1"/>
          </p:cNvPicPr>
          <p:nvPr/>
        </p:nvPicPr>
        <p:blipFill>
          <a:blip r:embed="rId6" r:link="rId7">
            <a:extLst>
              <a:ext uri="{28A0092B-C50C-407E-A947-70E740481C1C}">
                <a14:useLocalDpi xmlns:a14="http://schemas.microsoft.com/office/drawing/2010/main" val="0"/>
              </a:ext>
            </a:extLst>
          </a:blip>
          <a:stretch>
            <a:fillRect/>
          </a:stretch>
        </p:blipFill>
        <p:spPr>
          <a:xfrm>
            <a:off x="3295518" y="4364378"/>
            <a:ext cx="3325390" cy="2117846"/>
          </a:xfrm>
          <a:prstGeom prst="rect">
            <a:avLst/>
          </a:prstGeom>
        </p:spPr>
      </p:pic>
    </p:spTree>
    <p:extLst>
      <p:ext uri="{BB962C8B-B14F-4D97-AF65-F5344CB8AC3E}">
        <p14:creationId xmlns:p14="http://schemas.microsoft.com/office/powerpoint/2010/main" val="2080646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C78B-0EA7-ABB5-5C0A-9E831AFD9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ACA9A-1919-4B66-9018-7FB728072C20}"/>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94389642-BE84-BF3A-237C-A76278800A1E}"/>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726C001C-A45E-C1E2-3D73-2739AF51071B}"/>
              </a:ext>
            </a:extLst>
          </p:cNvPr>
          <p:cNvSpPr txBox="1"/>
          <p:nvPr/>
        </p:nvSpPr>
        <p:spPr>
          <a:xfrm>
            <a:off x="1203767" y="1296365"/>
            <a:ext cx="7954700" cy="2400657"/>
          </a:xfrm>
          <a:prstGeom prst="rect">
            <a:avLst/>
          </a:prstGeom>
          <a:noFill/>
        </p:spPr>
        <p:txBody>
          <a:bodyPr wrap="square">
            <a:spAutoFit/>
          </a:bodyPr>
          <a:lstStyle/>
          <a:p>
            <a:r>
              <a:rPr lang="en-IN" dirty="0"/>
              <a:t> </a:t>
            </a:r>
            <a:r>
              <a:rPr lang="en-IN" sz="3200" dirty="0">
                <a:solidFill>
                  <a:schemeClr val="accent6">
                    <a:lumMod val="75000"/>
                  </a:schemeClr>
                </a:solidFill>
              </a:rPr>
              <a:t>Conclusion</a:t>
            </a:r>
          </a:p>
          <a:p>
            <a:endParaRPr lang="en-IN" dirty="0"/>
          </a:p>
          <a:p>
            <a:r>
              <a:rPr lang="en-IN" sz="2000" dirty="0"/>
              <a:t>The Pragati Lab Information System successfully provides an efficient way to access lab details. It simplifies the process of retrieving information and minimizes manual effort. The project demonstrates the practical use of C++ in solving real-world problems in an academic environment.</a:t>
            </a:r>
          </a:p>
        </p:txBody>
      </p:sp>
    </p:spTree>
    <p:extLst>
      <p:ext uri="{BB962C8B-B14F-4D97-AF65-F5344CB8AC3E}">
        <p14:creationId xmlns:p14="http://schemas.microsoft.com/office/powerpoint/2010/main" val="54683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945D-C8BA-341A-A0C8-526B13F6B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A4C0B-8091-1274-16EC-B8AA99D539F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CE3E89A-B95A-2C21-EBCD-E5D80B5DE12E}"/>
              </a:ext>
            </a:extLst>
          </p:cNvPr>
          <p:cNvSpPr>
            <a:spLocks noGrp="1"/>
          </p:cNvSpPr>
          <p:nvPr>
            <p:ph type="subTitle" idx="1"/>
          </p:nvPr>
        </p:nvSpPr>
        <p:spPr>
          <a:xfrm>
            <a:off x="1507067" y="4464734"/>
            <a:ext cx="7766936" cy="1096899"/>
          </a:xfrm>
        </p:spPr>
        <p:txBody>
          <a:bodyPr/>
          <a:lstStyle/>
          <a:p>
            <a:endParaRPr lang="en-IN" dirty="0"/>
          </a:p>
        </p:txBody>
      </p:sp>
      <p:sp>
        <p:nvSpPr>
          <p:cNvPr id="5" name="TextBox 4">
            <a:extLst>
              <a:ext uri="{FF2B5EF4-FFF2-40B4-BE49-F238E27FC236}">
                <a16:creationId xmlns:a16="http://schemas.microsoft.com/office/drawing/2014/main" id="{CDF205EC-1361-1EE1-49B3-730DA2F402E6}"/>
              </a:ext>
            </a:extLst>
          </p:cNvPr>
          <p:cNvSpPr txBox="1"/>
          <p:nvPr/>
        </p:nvSpPr>
        <p:spPr>
          <a:xfrm>
            <a:off x="1307939" y="1307638"/>
            <a:ext cx="8165403" cy="3077766"/>
          </a:xfrm>
          <a:prstGeom prst="rect">
            <a:avLst/>
          </a:prstGeom>
          <a:noFill/>
        </p:spPr>
        <p:txBody>
          <a:bodyPr wrap="square">
            <a:spAutoFit/>
          </a:bodyPr>
          <a:lstStyle/>
          <a:p>
            <a:r>
              <a:rPr lang="en-IN" sz="3200" dirty="0">
                <a:solidFill>
                  <a:schemeClr val="accent6">
                    <a:lumMod val="75000"/>
                  </a:schemeClr>
                </a:solidFill>
              </a:rPr>
              <a:t>Future Work</a:t>
            </a:r>
          </a:p>
          <a:p>
            <a:endParaRPr lang="en-IN" dirty="0"/>
          </a:p>
          <a:p>
            <a:r>
              <a:rPr lang="en-IN" sz="2400" dirty="0"/>
              <a:t>This project can be improved by:</a:t>
            </a:r>
          </a:p>
          <a:p>
            <a:r>
              <a:rPr lang="en-IN" sz="2400" dirty="0"/>
              <a:t>Adding a Graphical User Interface (GUI)</a:t>
            </a:r>
          </a:p>
          <a:p>
            <a:r>
              <a:rPr lang="en-IN" sz="2400" dirty="0"/>
              <a:t>Storing data in a database</a:t>
            </a:r>
          </a:p>
          <a:p>
            <a:r>
              <a:rPr lang="en-IN" sz="2400" dirty="0"/>
              <a:t>Developing a web or mobile application</a:t>
            </a:r>
          </a:p>
          <a:p>
            <a:r>
              <a:rPr lang="en-IN" sz="2400" dirty="0"/>
              <a:t>Adding search and filter options</a:t>
            </a:r>
          </a:p>
          <a:p>
            <a:r>
              <a:rPr lang="en-IN" sz="2400" dirty="0"/>
              <a:t>Including real-time lab availability status</a:t>
            </a:r>
          </a:p>
        </p:txBody>
      </p:sp>
    </p:spTree>
    <p:extLst>
      <p:ext uri="{BB962C8B-B14F-4D97-AF65-F5344CB8AC3E}">
        <p14:creationId xmlns:p14="http://schemas.microsoft.com/office/powerpoint/2010/main" val="389505309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Override1.xml><?xml version="1.0" encoding="utf-8"?>
<a:themeOverride xmlns:a="http://schemas.openxmlformats.org/drawingml/2006/main">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themeOverride>
</file>

<file path=docProps/app.xml><?xml version="1.0" encoding="utf-8"?>
<Properties xmlns="http://schemas.openxmlformats.org/officeDocument/2006/extended-properties" xmlns:vt="http://schemas.openxmlformats.org/officeDocument/2006/docPropsVTypes">
  <Template/>
  <TotalTime>747</TotalTime>
  <Words>450</Words>
  <Application>Microsoft Office PowerPoint</Application>
  <PresentationFormat>Widescreen</PresentationFormat>
  <Paragraphs>66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Black</vt:lpstr>
      <vt:lpstr>Trebuchet MS</vt:lpstr>
      <vt:lpstr>Wingdings 3</vt:lpstr>
      <vt:lpstr>Facet</vt:lpstr>
      <vt:lpstr>  PRAGATI LAB    INFORMATION SYSTEM</vt:lpstr>
      <vt:lpstr>ABSTRACT   </vt:lpstr>
      <vt:lpstr>PowerPoint Presentation</vt:lpstr>
      <vt:lpstr>PowerPoint Presentation</vt:lpstr>
      <vt:lpstr>PowerPoint Presentation</vt:lpstr>
      <vt:lpstr>PowerPoint Presentation</vt:lpstr>
      <vt:lpstr>RESULTS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PRASAD KN</dc:creator>
  <cp:lastModifiedBy>PRASAD KN</cp:lastModifiedBy>
  <cp:revision>2</cp:revision>
  <dcterms:created xsi:type="dcterms:W3CDTF">2026-05-05T16:20:54Z</dcterms:created>
  <dcterms:modified xsi:type="dcterms:W3CDTF">2026-05-06T07:00:20Z</dcterms:modified>
</cp:coreProperties>
</file>